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72–81%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2–4×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RM799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RM666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RM7,990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RM1,399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RM1,166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RM13,990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2–4×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RM799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3.8×</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RM1,399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7635240" cy="914400"/>
        </p:xfrm>
        <a:graphic>
          <a:graphicData uri="http://schemas.openxmlformats.org/drawingml/2006/table">
            <a:tbl>
              <a:tblPr/>
              <a:tblGrid>
                <a:gridCol w="2286000"/>
                <a:gridCol w="960120"/>
                <a:gridCol w="914400"/>
                <a:gridCol w="1097280"/>
                <a:gridCol w="1005840"/>
                <a:gridCol w="13716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7863840" cy="914400"/>
        </p:xfrm>
        <a:graphic>
          <a:graphicData uri="http://schemas.openxmlformats.org/drawingml/2006/table">
            <a:tbl>
              <a:tblPr/>
              <a:tblGrid>
                <a:gridCol w="2194560"/>
                <a:gridCol w="1783080"/>
                <a:gridCol w="2514600"/>
                <a:gridCol w="13716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 RM0 to Aster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RM177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RM389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RM799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RM1,399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81%</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78%</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72%</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Assumes typical AI usage at the plan allowance and ~5 / 25 / 70 video interviews per month.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RM61,900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RM150,785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RM343,540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RM22,618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RM51,531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RM71,185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RM173,403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RM395,071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RM854K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RM2.08M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RM4.74M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RM2.08M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RM785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~76%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Adjust mix, Enterprise deal size, and top-up rate with your CFO.</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(RM199 / RM799 / RM1,399)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2026-08-11T02:00:29Z</dcterms:created>
  <dcterms:modified xsi:type="dcterms:W3CDTF">2026-08-11T02:00:29Z</dcterms:modified>
</cp:coreProperties>
</file>