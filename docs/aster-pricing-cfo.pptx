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72–81%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2–4×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2–4×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3.8×</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billed to customer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and pay Meta directly,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 (billed to 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RM389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RM799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81%</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78%</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72%</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RM61,900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RM150,785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RM343,540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RM22,618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RM51,531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RM71,185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RM173,403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RM395,071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RM854K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RM2.08M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RM4.74M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RM2.08M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RM785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~76%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2026-08-11T02:06:17Z</dcterms:created>
  <dcterms:modified xsi:type="dcterms:W3CDTF">2026-08-11T02:06:17Z</dcterms:modified>
</cp:coreProperties>
</file>